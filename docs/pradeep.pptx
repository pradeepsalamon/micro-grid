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59"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2510F-79E1-FEA1-672C-A50E20A7974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7B7D74D-A9E9-E96C-4CD0-FF30EB0AAF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6E15310-13AC-B94D-250E-6FF626DD9A0F}"/>
              </a:ext>
            </a:extLst>
          </p:cNvPr>
          <p:cNvSpPr>
            <a:spLocks noGrp="1"/>
          </p:cNvSpPr>
          <p:nvPr>
            <p:ph type="dt" sz="half" idx="10"/>
          </p:nvPr>
        </p:nvSpPr>
        <p:spPr/>
        <p:txBody>
          <a:bodyPr/>
          <a:lstStyle/>
          <a:p>
            <a:fld id="{8A815949-C3AE-4809-AEB5-73055A23A866}" type="datetimeFigureOut">
              <a:rPr lang="en-IN" smtClean="0"/>
              <a:t>03-09-2025</a:t>
            </a:fld>
            <a:endParaRPr lang="en-IN"/>
          </a:p>
        </p:txBody>
      </p:sp>
      <p:sp>
        <p:nvSpPr>
          <p:cNvPr id="5" name="Footer Placeholder 4">
            <a:extLst>
              <a:ext uri="{FF2B5EF4-FFF2-40B4-BE49-F238E27FC236}">
                <a16:creationId xmlns:a16="http://schemas.microsoft.com/office/drawing/2014/main" id="{64CFA7BE-26F8-EEE9-D549-2F87B9DAC5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22BD25C-DE5D-C3DB-DE2C-68DF09F9C5E2}"/>
              </a:ext>
            </a:extLst>
          </p:cNvPr>
          <p:cNvSpPr>
            <a:spLocks noGrp="1"/>
          </p:cNvSpPr>
          <p:nvPr>
            <p:ph type="sldNum" sz="quarter" idx="12"/>
          </p:nvPr>
        </p:nvSpPr>
        <p:spPr/>
        <p:txBody>
          <a:bodyPr/>
          <a:lstStyle/>
          <a:p>
            <a:fld id="{BE326EA2-32A1-4433-9266-EF07FA9BC06F}" type="slidenum">
              <a:rPr lang="en-IN" smtClean="0"/>
              <a:t>‹#›</a:t>
            </a:fld>
            <a:endParaRPr lang="en-IN"/>
          </a:p>
        </p:txBody>
      </p:sp>
    </p:spTree>
    <p:extLst>
      <p:ext uri="{BB962C8B-B14F-4D97-AF65-F5344CB8AC3E}">
        <p14:creationId xmlns:p14="http://schemas.microsoft.com/office/powerpoint/2010/main" val="3551683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24982-11FA-C5A6-8B41-E9DA283A958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2A6A780-8D04-AE6D-FA03-69D5EAFAEBD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2A1D013-0BEC-B7FA-B030-21FC6C4C0D8A}"/>
              </a:ext>
            </a:extLst>
          </p:cNvPr>
          <p:cNvSpPr>
            <a:spLocks noGrp="1"/>
          </p:cNvSpPr>
          <p:nvPr>
            <p:ph type="dt" sz="half" idx="10"/>
          </p:nvPr>
        </p:nvSpPr>
        <p:spPr/>
        <p:txBody>
          <a:bodyPr/>
          <a:lstStyle/>
          <a:p>
            <a:fld id="{8A815949-C3AE-4809-AEB5-73055A23A866}" type="datetimeFigureOut">
              <a:rPr lang="en-IN" smtClean="0"/>
              <a:t>03-09-2025</a:t>
            </a:fld>
            <a:endParaRPr lang="en-IN"/>
          </a:p>
        </p:txBody>
      </p:sp>
      <p:sp>
        <p:nvSpPr>
          <p:cNvPr id="5" name="Footer Placeholder 4">
            <a:extLst>
              <a:ext uri="{FF2B5EF4-FFF2-40B4-BE49-F238E27FC236}">
                <a16:creationId xmlns:a16="http://schemas.microsoft.com/office/drawing/2014/main" id="{6D610A8F-AA72-9761-20A9-94D94CABC5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3C359E5-D089-1B19-24BB-89624AC41444}"/>
              </a:ext>
            </a:extLst>
          </p:cNvPr>
          <p:cNvSpPr>
            <a:spLocks noGrp="1"/>
          </p:cNvSpPr>
          <p:nvPr>
            <p:ph type="sldNum" sz="quarter" idx="12"/>
          </p:nvPr>
        </p:nvSpPr>
        <p:spPr/>
        <p:txBody>
          <a:bodyPr/>
          <a:lstStyle/>
          <a:p>
            <a:fld id="{BE326EA2-32A1-4433-9266-EF07FA9BC06F}" type="slidenum">
              <a:rPr lang="en-IN" smtClean="0"/>
              <a:t>‹#›</a:t>
            </a:fld>
            <a:endParaRPr lang="en-IN"/>
          </a:p>
        </p:txBody>
      </p:sp>
    </p:spTree>
    <p:extLst>
      <p:ext uri="{BB962C8B-B14F-4D97-AF65-F5344CB8AC3E}">
        <p14:creationId xmlns:p14="http://schemas.microsoft.com/office/powerpoint/2010/main" val="34408446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47846-B4BC-BC6D-B781-83B98C5BD73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C000DDB-19C5-1B9A-5F32-3548F3D1296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ECF5AAA-0927-55C7-ED64-DC1D57DDF53C}"/>
              </a:ext>
            </a:extLst>
          </p:cNvPr>
          <p:cNvSpPr>
            <a:spLocks noGrp="1"/>
          </p:cNvSpPr>
          <p:nvPr>
            <p:ph type="dt" sz="half" idx="10"/>
          </p:nvPr>
        </p:nvSpPr>
        <p:spPr/>
        <p:txBody>
          <a:bodyPr/>
          <a:lstStyle/>
          <a:p>
            <a:fld id="{8A815949-C3AE-4809-AEB5-73055A23A866}" type="datetimeFigureOut">
              <a:rPr lang="en-IN" smtClean="0"/>
              <a:t>03-09-2025</a:t>
            </a:fld>
            <a:endParaRPr lang="en-IN"/>
          </a:p>
        </p:txBody>
      </p:sp>
      <p:sp>
        <p:nvSpPr>
          <p:cNvPr id="5" name="Footer Placeholder 4">
            <a:extLst>
              <a:ext uri="{FF2B5EF4-FFF2-40B4-BE49-F238E27FC236}">
                <a16:creationId xmlns:a16="http://schemas.microsoft.com/office/drawing/2014/main" id="{C59F2B18-1FCD-6FCD-CD37-C12A066C392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D0EC8A7-CF85-2011-2C6A-520D9645F2E1}"/>
              </a:ext>
            </a:extLst>
          </p:cNvPr>
          <p:cNvSpPr>
            <a:spLocks noGrp="1"/>
          </p:cNvSpPr>
          <p:nvPr>
            <p:ph type="sldNum" sz="quarter" idx="12"/>
          </p:nvPr>
        </p:nvSpPr>
        <p:spPr/>
        <p:txBody>
          <a:bodyPr/>
          <a:lstStyle/>
          <a:p>
            <a:fld id="{BE326EA2-32A1-4433-9266-EF07FA9BC06F}" type="slidenum">
              <a:rPr lang="en-IN" smtClean="0"/>
              <a:t>‹#›</a:t>
            </a:fld>
            <a:endParaRPr lang="en-IN"/>
          </a:p>
        </p:txBody>
      </p:sp>
    </p:spTree>
    <p:extLst>
      <p:ext uri="{BB962C8B-B14F-4D97-AF65-F5344CB8AC3E}">
        <p14:creationId xmlns:p14="http://schemas.microsoft.com/office/powerpoint/2010/main" val="21346884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AFB69-BBAF-52D2-C1BC-BABEFE82D2B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95F1CA8-524B-D076-9D04-2C3B41CDE4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2D41D7D-18BD-2EBF-0A85-EA45EF3DF2E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3505685-77ED-11CB-5582-E9D70731EC50}"/>
              </a:ext>
            </a:extLst>
          </p:cNvPr>
          <p:cNvSpPr>
            <a:spLocks noGrp="1"/>
          </p:cNvSpPr>
          <p:nvPr>
            <p:ph type="dt" sz="half" idx="10"/>
          </p:nvPr>
        </p:nvSpPr>
        <p:spPr/>
        <p:txBody>
          <a:bodyPr/>
          <a:lstStyle/>
          <a:p>
            <a:fld id="{8A815949-C3AE-4809-AEB5-73055A23A866}" type="datetimeFigureOut">
              <a:rPr lang="en-IN" smtClean="0"/>
              <a:t>03-09-2025</a:t>
            </a:fld>
            <a:endParaRPr lang="en-IN"/>
          </a:p>
        </p:txBody>
      </p:sp>
      <p:sp>
        <p:nvSpPr>
          <p:cNvPr id="6" name="Footer Placeholder 5">
            <a:extLst>
              <a:ext uri="{FF2B5EF4-FFF2-40B4-BE49-F238E27FC236}">
                <a16:creationId xmlns:a16="http://schemas.microsoft.com/office/drawing/2014/main" id="{A7392F74-CFCC-EE7B-D653-59A8718A409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7A1AE40-E8FD-9B82-8D29-FB9983D9E4AF}"/>
              </a:ext>
            </a:extLst>
          </p:cNvPr>
          <p:cNvSpPr>
            <a:spLocks noGrp="1"/>
          </p:cNvSpPr>
          <p:nvPr>
            <p:ph type="sldNum" sz="quarter" idx="12"/>
          </p:nvPr>
        </p:nvSpPr>
        <p:spPr/>
        <p:txBody>
          <a:bodyPr/>
          <a:lstStyle/>
          <a:p>
            <a:fld id="{BE326EA2-32A1-4433-9266-EF07FA9BC06F}" type="slidenum">
              <a:rPr lang="en-IN" smtClean="0"/>
              <a:t>‹#›</a:t>
            </a:fld>
            <a:endParaRPr lang="en-IN"/>
          </a:p>
        </p:txBody>
      </p:sp>
    </p:spTree>
    <p:extLst>
      <p:ext uri="{BB962C8B-B14F-4D97-AF65-F5344CB8AC3E}">
        <p14:creationId xmlns:p14="http://schemas.microsoft.com/office/powerpoint/2010/main" val="4048456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EFA40-62EC-E139-185D-CAC997831B8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86372A8-7EA8-3C75-A63B-761F1EE66B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B806429-1CFE-9143-BDA0-3341113DC19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D3FDF14-262B-5E7C-B4E4-D4A992567E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4F53BD6-D753-C6AE-C99B-5CEBFE4E77E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FBC30EC-B906-FFF4-55F6-FDB8678396BA}"/>
              </a:ext>
            </a:extLst>
          </p:cNvPr>
          <p:cNvSpPr>
            <a:spLocks noGrp="1"/>
          </p:cNvSpPr>
          <p:nvPr>
            <p:ph type="dt" sz="half" idx="10"/>
          </p:nvPr>
        </p:nvSpPr>
        <p:spPr/>
        <p:txBody>
          <a:bodyPr/>
          <a:lstStyle/>
          <a:p>
            <a:fld id="{8A815949-C3AE-4809-AEB5-73055A23A866}" type="datetimeFigureOut">
              <a:rPr lang="en-IN" smtClean="0"/>
              <a:t>03-09-2025</a:t>
            </a:fld>
            <a:endParaRPr lang="en-IN"/>
          </a:p>
        </p:txBody>
      </p:sp>
      <p:sp>
        <p:nvSpPr>
          <p:cNvPr id="8" name="Footer Placeholder 7">
            <a:extLst>
              <a:ext uri="{FF2B5EF4-FFF2-40B4-BE49-F238E27FC236}">
                <a16:creationId xmlns:a16="http://schemas.microsoft.com/office/drawing/2014/main" id="{CD8F2646-AD43-1934-6438-EB4FC9BC7A4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4FCF79D-B940-8C80-21A6-139F8FA3B8B4}"/>
              </a:ext>
            </a:extLst>
          </p:cNvPr>
          <p:cNvSpPr>
            <a:spLocks noGrp="1"/>
          </p:cNvSpPr>
          <p:nvPr>
            <p:ph type="sldNum" sz="quarter" idx="12"/>
          </p:nvPr>
        </p:nvSpPr>
        <p:spPr/>
        <p:txBody>
          <a:bodyPr/>
          <a:lstStyle/>
          <a:p>
            <a:fld id="{BE326EA2-32A1-4433-9266-EF07FA9BC06F}" type="slidenum">
              <a:rPr lang="en-IN" smtClean="0"/>
              <a:t>‹#›</a:t>
            </a:fld>
            <a:endParaRPr lang="en-IN"/>
          </a:p>
        </p:txBody>
      </p:sp>
    </p:spTree>
    <p:extLst>
      <p:ext uri="{BB962C8B-B14F-4D97-AF65-F5344CB8AC3E}">
        <p14:creationId xmlns:p14="http://schemas.microsoft.com/office/powerpoint/2010/main" val="8022276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762EB-1764-B976-66C1-A3735E32903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3BC382A-5C3C-A7E0-20A3-03AFA600AC28}"/>
              </a:ext>
            </a:extLst>
          </p:cNvPr>
          <p:cNvSpPr>
            <a:spLocks noGrp="1"/>
          </p:cNvSpPr>
          <p:nvPr>
            <p:ph type="dt" sz="half" idx="10"/>
          </p:nvPr>
        </p:nvSpPr>
        <p:spPr/>
        <p:txBody>
          <a:bodyPr/>
          <a:lstStyle/>
          <a:p>
            <a:fld id="{8A815949-C3AE-4809-AEB5-73055A23A866}" type="datetimeFigureOut">
              <a:rPr lang="en-IN" smtClean="0"/>
              <a:t>03-09-2025</a:t>
            </a:fld>
            <a:endParaRPr lang="en-IN"/>
          </a:p>
        </p:txBody>
      </p:sp>
      <p:sp>
        <p:nvSpPr>
          <p:cNvPr id="4" name="Footer Placeholder 3">
            <a:extLst>
              <a:ext uri="{FF2B5EF4-FFF2-40B4-BE49-F238E27FC236}">
                <a16:creationId xmlns:a16="http://schemas.microsoft.com/office/drawing/2014/main" id="{02281520-A25F-FE27-CA37-541069891FF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FF5BDA9-E7BC-C0AB-A3AE-DC9F4E7E1B7C}"/>
              </a:ext>
            </a:extLst>
          </p:cNvPr>
          <p:cNvSpPr>
            <a:spLocks noGrp="1"/>
          </p:cNvSpPr>
          <p:nvPr>
            <p:ph type="sldNum" sz="quarter" idx="12"/>
          </p:nvPr>
        </p:nvSpPr>
        <p:spPr/>
        <p:txBody>
          <a:bodyPr/>
          <a:lstStyle/>
          <a:p>
            <a:fld id="{BE326EA2-32A1-4433-9266-EF07FA9BC06F}" type="slidenum">
              <a:rPr lang="en-IN" smtClean="0"/>
              <a:t>‹#›</a:t>
            </a:fld>
            <a:endParaRPr lang="en-IN"/>
          </a:p>
        </p:txBody>
      </p:sp>
    </p:spTree>
    <p:extLst>
      <p:ext uri="{BB962C8B-B14F-4D97-AF65-F5344CB8AC3E}">
        <p14:creationId xmlns:p14="http://schemas.microsoft.com/office/powerpoint/2010/main" val="25035987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6E38D4B-AA2A-7012-F655-0E2E72161003}"/>
              </a:ext>
            </a:extLst>
          </p:cNvPr>
          <p:cNvSpPr>
            <a:spLocks noGrp="1"/>
          </p:cNvSpPr>
          <p:nvPr>
            <p:ph type="dt" sz="half" idx="10"/>
          </p:nvPr>
        </p:nvSpPr>
        <p:spPr/>
        <p:txBody>
          <a:bodyPr/>
          <a:lstStyle/>
          <a:p>
            <a:fld id="{8A815949-C3AE-4809-AEB5-73055A23A866}" type="datetimeFigureOut">
              <a:rPr lang="en-IN" smtClean="0"/>
              <a:t>03-09-2025</a:t>
            </a:fld>
            <a:endParaRPr lang="en-IN"/>
          </a:p>
        </p:txBody>
      </p:sp>
      <p:sp>
        <p:nvSpPr>
          <p:cNvPr id="3" name="Footer Placeholder 2">
            <a:extLst>
              <a:ext uri="{FF2B5EF4-FFF2-40B4-BE49-F238E27FC236}">
                <a16:creationId xmlns:a16="http://schemas.microsoft.com/office/drawing/2014/main" id="{8C1FE522-089C-1B58-B87E-3BBEFB92FA2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920BC1E-7DAA-3E5F-C936-7DD4CF2F137E}"/>
              </a:ext>
            </a:extLst>
          </p:cNvPr>
          <p:cNvSpPr>
            <a:spLocks noGrp="1"/>
          </p:cNvSpPr>
          <p:nvPr>
            <p:ph type="sldNum" sz="quarter" idx="12"/>
          </p:nvPr>
        </p:nvSpPr>
        <p:spPr/>
        <p:txBody>
          <a:bodyPr/>
          <a:lstStyle/>
          <a:p>
            <a:fld id="{BE326EA2-32A1-4433-9266-EF07FA9BC06F}" type="slidenum">
              <a:rPr lang="en-IN" smtClean="0"/>
              <a:t>‹#›</a:t>
            </a:fld>
            <a:endParaRPr lang="en-IN"/>
          </a:p>
        </p:txBody>
      </p:sp>
    </p:spTree>
    <p:extLst>
      <p:ext uri="{BB962C8B-B14F-4D97-AF65-F5344CB8AC3E}">
        <p14:creationId xmlns:p14="http://schemas.microsoft.com/office/powerpoint/2010/main" val="10116022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1427C-78B3-FB21-4EAF-5563D3BF24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F3124B9-A701-7C4E-9C7D-6B6EED741CA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56530B8-8D05-CCE3-EC43-B082A3424D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34595B-6304-E6A1-4FB8-9A093EE98EBF}"/>
              </a:ext>
            </a:extLst>
          </p:cNvPr>
          <p:cNvSpPr>
            <a:spLocks noGrp="1"/>
          </p:cNvSpPr>
          <p:nvPr>
            <p:ph type="dt" sz="half" idx="10"/>
          </p:nvPr>
        </p:nvSpPr>
        <p:spPr/>
        <p:txBody>
          <a:bodyPr/>
          <a:lstStyle/>
          <a:p>
            <a:fld id="{8A815949-C3AE-4809-AEB5-73055A23A866}" type="datetimeFigureOut">
              <a:rPr lang="en-IN" smtClean="0"/>
              <a:t>03-09-2025</a:t>
            </a:fld>
            <a:endParaRPr lang="en-IN"/>
          </a:p>
        </p:txBody>
      </p:sp>
      <p:sp>
        <p:nvSpPr>
          <p:cNvPr id="6" name="Footer Placeholder 5">
            <a:extLst>
              <a:ext uri="{FF2B5EF4-FFF2-40B4-BE49-F238E27FC236}">
                <a16:creationId xmlns:a16="http://schemas.microsoft.com/office/drawing/2014/main" id="{9D9520F7-13ED-DE0D-E2D0-616140E1D74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874FCF4-AED0-6642-64A5-C01BB6DD65B9}"/>
              </a:ext>
            </a:extLst>
          </p:cNvPr>
          <p:cNvSpPr>
            <a:spLocks noGrp="1"/>
          </p:cNvSpPr>
          <p:nvPr>
            <p:ph type="sldNum" sz="quarter" idx="12"/>
          </p:nvPr>
        </p:nvSpPr>
        <p:spPr/>
        <p:txBody>
          <a:bodyPr/>
          <a:lstStyle/>
          <a:p>
            <a:fld id="{BE326EA2-32A1-4433-9266-EF07FA9BC06F}" type="slidenum">
              <a:rPr lang="en-IN" smtClean="0"/>
              <a:t>‹#›</a:t>
            </a:fld>
            <a:endParaRPr lang="en-IN"/>
          </a:p>
        </p:txBody>
      </p:sp>
    </p:spTree>
    <p:extLst>
      <p:ext uri="{BB962C8B-B14F-4D97-AF65-F5344CB8AC3E}">
        <p14:creationId xmlns:p14="http://schemas.microsoft.com/office/powerpoint/2010/main" val="31515679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F60B9-480B-FE87-1E77-08A753A05E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D111AEB-0C7F-E373-6165-2C6AE2E7CD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D41CE57-7FB6-DC67-920B-444E26C124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3DE64A-9292-941A-8FDC-14B7A843F479}"/>
              </a:ext>
            </a:extLst>
          </p:cNvPr>
          <p:cNvSpPr>
            <a:spLocks noGrp="1"/>
          </p:cNvSpPr>
          <p:nvPr>
            <p:ph type="dt" sz="half" idx="10"/>
          </p:nvPr>
        </p:nvSpPr>
        <p:spPr/>
        <p:txBody>
          <a:bodyPr/>
          <a:lstStyle/>
          <a:p>
            <a:fld id="{8A815949-C3AE-4809-AEB5-73055A23A866}" type="datetimeFigureOut">
              <a:rPr lang="en-IN" smtClean="0"/>
              <a:t>03-09-2025</a:t>
            </a:fld>
            <a:endParaRPr lang="en-IN"/>
          </a:p>
        </p:txBody>
      </p:sp>
      <p:sp>
        <p:nvSpPr>
          <p:cNvPr id="6" name="Footer Placeholder 5">
            <a:extLst>
              <a:ext uri="{FF2B5EF4-FFF2-40B4-BE49-F238E27FC236}">
                <a16:creationId xmlns:a16="http://schemas.microsoft.com/office/drawing/2014/main" id="{9D38B228-FE73-7867-3D58-D4EF49A6668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65989D4-BA40-E6B9-4F1F-7CB84CC287CE}"/>
              </a:ext>
            </a:extLst>
          </p:cNvPr>
          <p:cNvSpPr>
            <a:spLocks noGrp="1"/>
          </p:cNvSpPr>
          <p:nvPr>
            <p:ph type="sldNum" sz="quarter" idx="12"/>
          </p:nvPr>
        </p:nvSpPr>
        <p:spPr/>
        <p:txBody>
          <a:bodyPr/>
          <a:lstStyle/>
          <a:p>
            <a:fld id="{BE326EA2-32A1-4433-9266-EF07FA9BC06F}" type="slidenum">
              <a:rPr lang="en-IN" smtClean="0"/>
              <a:t>‹#›</a:t>
            </a:fld>
            <a:endParaRPr lang="en-IN"/>
          </a:p>
        </p:txBody>
      </p:sp>
    </p:spTree>
    <p:extLst>
      <p:ext uri="{BB962C8B-B14F-4D97-AF65-F5344CB8AC3E}">
        <p14:creationId xmlns:p14="http://schemas.microsoft.com/office/powerpoint/2010/main" val="2911118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B9067-3F73-D3FD-C432-33307AAC31B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291B809-FB8F-117A-2B2C-3C516270543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016689A-061A-15EA-3CB1-D63CF068C698}"/>
              </a:ext>
            </a:extLst>
          </p:cNvPr>
          <p:cNvSpPr>
            <a:spLocks noGrp="1"/>
          </p:cNvSpPr>
          <p:nvPr>
            <p:ph type="dt" sz="half" idx="10"/>
          </p:nvPr>
        </p:nvSpPr>
        <p:spPr/>
        <p:txBody>
          <a:bodyPr/>
          <a:lstStyle/>
          <a:p>
            <a:fld id="{8A815949-C3AE-4809-AEB5-73055A23A866}" type="datetimeFigureOut">
              <a:rPr lang="en-IN" smtClean="0"/>
              <a:t>03-09-2025</a:t>
            </a:fld>
            <a:endParaRPr lang="en-IN"/>
          </a:p>
        </p:txBody>
      </p:sp>
      <p:sp>
        <p:nvSpPr>
          <p:cNvPr id="5" name="Footer Placeholder 4">
            <a:extLst>
              <a:ext uri="{FF2B5EF4-FFF2-40B4-BE49-F238E27FC236}">
                <a16:creationId xmlns:a16="http://schemas.microsoft.com/office/drawing/2014/main" id="{E99A8D10-3287-4E09-5113-EED7A63380B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1ABFC94-CD9C-03F2-F858-C9D799D8B4B3}"/>
              </a:ext>
            </a:extLst>
          </p:cNvPr>
          <p:cNvSpPr>
            <a:spLocks noGrp="1"/>
          </p:cNvSpPr>
          <p:nvPr>
            <p:ph type="sldNum" sz="quarter" idx="12"/>
          </p:nvPr>
        </p:nvSpPr>
        <p:spPr/>
        <p:txBody>
          <a:bodyPr/>
          <a:lstStyle/>
          <a:p>
            <a:fld id="{BE326EA2-32A1-4433-9266-EF07FA9BC06F}" type="slidenum">
              <a:rPr lang="en-IN" smtClean="0"/>
              <a:t>‹#›</a:t>
            </a:fld>
            <a:endParaRPr lang="en-IN"/>
          </a:p>
        </p:txBody>
      </p:sp>
    </p:spTree>
    <p:extLst>
      <p:ext uri="{BB962C8B-B14F-4D97-AF65-F5344CB8AC3E}">
        <p14:creationId xmlns:p14="http://schemas.microsoft.com/office/powerpoint/2010/main" val="14651468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543CCBF-6EB9-9086-FA26-7347954340B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5E79DFF-390E-E806-F071-7B70173BDC5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927174E-7F3A-0C90-9814-43CD0CB02514}"/>
              </a:ext>
            </a:extLst>
          </p:cNvPr>
          <p:cNvSpPr>
            <a:spLocks noGrp="1"/>
          </p:cNvSpPr>
          <p:nvPr>
            <p:ph type="dt" sz="half" idx="10"/>
          </p:nvPr>
        </p:nvSpPr>
        <p:spPr/>
        <p:txBody>
          <a:bodyPr/>
          <a:lstStyle/>
          <a:p>
            <a:fld id="{8A815949-C3AE-4809-AEB5-73055A23A866}" type="datetimeFigureOut">
              <a:rPr lang="en-IN" smtClean="0"/>
              <a:t>03-09-2025</a:t>
            </a:fld>
            <a:endParaRPr lang="en-IN"/>
          </a:p>
        </p:txBody>
      </p:sp>
      <p:sp>
        <p:nvSpPr>
          <p:cNvPr id="5" name="Footer Placeholder 4">
            <a:extLst>
              <a:ext uri="{FF2B5EF4-FFF2-40B4-BE49-F238E27FC236}">
                <a16:creationId xmlns:a16="http://schemas.microsoft.com/office/drawing/2014/main" id="{DA8A02B9-A3F5-62C4-949F-D40FD375034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A7B04C4-5E5E-CC60-AC85-F00C723A0C04}"/>
              </a:ext>
            </a:extLst>
          </p:cNvPr>
          <p:cNvSpPr>
            <a:spLocks noGrp="1"/>
          </p:cNvSpPr>
          <p:nvPr>
            <p:ph type="sldNum" sz="quarter" idx="12"/>
          </p:nvPr>
        </p:nvSpPr>
        <p:spPr/>
        <p:txBody>
          <a:bodyPr/>
          <a:lstStyle/>
          <a:p>
            <a:fld id="{BE326EA2-32A1-4433-9266-EF07FA9BC06F}" type="slidenum">
              <a:rPr lang="en-IN" smtClean="0"/>
              <a:t>‹#›</a:t>
            </a:fld>
            <a:endParaRPr lang="en-IN"/>
          </a:p>
        </p:txBody>
      </p:sp>
    </p:spTree>
    <p:extLst>
      <p:ext uri="{BB962C8B-B14F-4D97-AF65-F5344CB8AC3E}">
        <p14:creationId xmlns:p14="http://schemas.microsoft.com/office/powerpoint/2010/main" val="17235034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A84F46-1FB4-272C-089C-87FAC5FF97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689ED9B-0D5C-AFDF-6DFC-BDFAAC73E3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4C7835F-AC20-4D26-2691-23E03DB2D20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815949-C3AE-4809-AEB5-73055A23A866}" type="datetimeFigureOut">
              <a:rPr lang="en-IN" smtClean="0"/>
              <a:t>03-09-2025</a:t>
            </a:fld>
            <a:endParaRPr lang="en-IN"/>
          </a:p>
        </p:txBody>
      </p:sp>
      <p:sp>
        <p:nvSpPr>
          <p:cNvPr id="5" name="Footer Placeholder 4">
            <a:extLst>
              <a:ext uri="{FF2B5EF4-FFF2-40B4-BE49-F238E27FC236}">
                <a16:creationId xmlns:a16="http://schemas.microsoft.com/office/drawing/2014/main" id="{DB1301A0-00F3-E65F-5B6A-5F0D85C17A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463E04A-5459-6257-B7CB-8E2F84AA09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326EA2-32A1-4433-9266-EF07FA9BC06F}" type="slidenum">
              <a:rPr lang="en-IN" smtClean="0"/>
              <a:t>‹#›</a:t>
            </a:fld>
            <a:endParaRPr lang="en-IN"/>
          </a:p>
        </p:txBody>
      </p:sp>
    </p:spTree>
    <p:extLst>
      <p:ext uri="{BB962C8B-B14F-4D97-AF65-F5344CB8AC3E}">
        <p14:creationId xmlns:p14="http://schemas.microsoft.com/office/powerpoint/2010/main" val="41659928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01189" y="466420"/>
            <a:ext cx="9077325" cy="680720"/>
          </a:xfrm>
          <a:prstGeom prst="rect">
            <a:avLst/>
          </a:prstGeom>
        </p:spPr>
        <p:txBody>
          <a:bodyPr vert="horz" wrap="square" lIns="0" tIns="12065" rIns="0" bIns="0" rtlCol="0">
            <a:spAutoFit/>
          </a:bodyPr>
          <a:lstStyle/>
          <a:p>
            <a:pPr marL="12700">
              <a:lnSpc>
                <a:spcPct val="100000"/>
              </a:lnSpc>
              <a:spcBef>
                <a:spcPts val="95"/>
              </a:spcBef>
            </a:pPr>
            <a:r>
              <a:rPr kumimoji="0" lang="en-IN" sz="4300" b="1" i="0" u="none" strike="noStrike" kern="0" cap="none" spc="-5" normalizeH="0" baseline="0" noProof="0" dirty="0">
                <a:ln>
                  <a:noFill/>
                </a:ln>
                <a:solidFill>
                  <a:prstClr val="black"/>
                </a:solidFill>
                <a:effectLst/>
                <a:uLnTx/>
                <a:uFillTx/>
                <a:latin typeface="Times New Roman"/>
                <a:ea typeface="+mj-ea"/>
                <a:cs typeface="Times New Roman"/>
              </a:rPr>
              <a:t>IFET</a:t>
            </a:r>
            <a:r>
              <a:rPr kumimoji="0" lang="en-IN" sz="4300" b="1" i="0" u="none" strike="noStrike" kern="0" cap="none" spc="-90" normalizeH="0" baseline="0" noProof="0" dirty="0">
                <a:ln>
                  <a:noFill/>
                </a:ln>
                <a:solidFill>
                  <a:prstClr val="black"/>
                </a:solidFill>
                <a:effectLst/>
                <a:uLnTx/>
                <a:uFillTx/>
                <a:latin typeface="Times New Roman"/>
                <a:ea typeface="+mj-ea"/>
                <a:cs typeface="Times New Roman"/>
              </a:rPr>
              <a:t> </a:t>
            </a:r>
            <a:r>
              <a:rPr kumimoji="0" lang="en-IN" sz="4300" b="1" i="0" u="none" strike="noStrike" kern="0" cap="none" spc="-5" normalizeH="0" baseline="0" noProof="0" dirty="0">
                <a:ln>
                  <a:noFill/>
                </a:ln>
                <a:solidFill>
                  <a:prstClr val="black"/>
                </a:solidFill>
                <a:effectLst/>
                <a:uLnTx/>
                <a:uFillTx/>
                <a:latin typeface="Times New Roman"/>
                <a:ea typeface="+mj-ea"/>
                <a:cs typeface="Times New Roman"/>
              </a:rPr>
              <a:t>COLLEGE</a:t>
            </a:r>
            <a:r>
              <a:rPr kumimoji="0" lang="en-IN" sz="4300" b="1" i="0" u="none" strike="noStrike" kern="0" cap="none" spc="-15" normalizeH="0" baseline="0" noProof="0" dirty="0">
                <a:ln>
                  <a:noFill/>
                </a:ln>
                <a:solidFill>
                  <a:prstClr val="black"/>
                </a:solidFill>
                <a:effectLst/>
                <a:uLnTx/>
                <a:uFillTx/>
                <a:latin typeface="Times New Roman"/>
                <a:ea typeface="+mj-ea"/>
                <a:cs typeface="Times New Roman"/>
              </a:rPr>
              <a:t> </a:t>
            </a:r>
            <a:r>
              <a:rPr kumimoji="0" lang="en-IN" sz="4300" b="1" i="0" u="none" strike="noStrike" kern="0" cap="none" spc="-10" normalizeH="0" baseline="0" noProof="0" dirty="0">
                <a:ln>
                  <a:noFill/>
                </a:ln>
                <a:solidFill>
                  <a:prstClr val="black"/>
                </a:solidFill>
                <a:effectLst/>
                <a:uLnTx/>
                <a:uFillTx/>
                <a:latin typeface="Times New Roman"/>
                <a:ea typeface="+mj-ea"/>
                <a:cs typeface="Times New Roman"/>
              </a:rPr>
              <a:t>OF</a:t>
            </a:r>
            <a:r>
              <a:rPr kumimoji="0" lang="en-IN" sz="4300" b="1" i="0" u="none" strike="noStrike" kern="0" cap="none" spc="-170" normalizeH="0" baseline="0" noProof="0" dirty="0">
                <a:ln>
                  <a:noFill/>
                </a:ln>
                <a:solidFill>
                  <a:prstClr val="black"/>
                </a:solidFill>
                <a:effectLst/>
                <a:uLnTx/>
                <a:uFillTx/>
                <a:latin typeface="Times New Roman"/>
                <a:ea typeface="+mj-ea"/>
                <a:cs typeface="Times New Roman"/>
              </a:rPr>
              <a:t> </a:t>
            </a:r>
            <a:r>
              <a:rPr kumimoji="0" lang="en-IN" sz="4300" b="1" i="0" u="none" strike="noStrike" kern="0" cap="none" spc="-5" normalizeH="0" baseline="0" noProof="0" dirty="0">
                <a:ln>
                  <a:noFill/>
                </a:ln>
                <a:solidFill>
                  <a:prstClr val="black"/>
                </a:solidFill>
                <a:effectLst/>
                <a:uLnTx/>
                <a:uFillTx/>
                <a:latin typeface="Times New Roman"/>
                <a:ea typeface="+mj-ea"/>
                <a:cs typeface="Times New Roman"/>
              </a:rPr>
              <a:t>ENGINEERING</a:t>
            </a:r>
            <a:endParaRPr sz="4300" b="1" dirty="0"/>
          </a:p>
        </p:txBody>
      </p:sp>
      <p:sp>
        <p:nvSpPr>
          <p:cNvPr id="3" name="object 3"/>
          <p:cNvSpPr txBox="1"/>
          <p:nvPr/>
        </p:nvSpPr>
        <p:spPr>
          <a:xfrm>
            <a:off x="160256" y="2904820"/>
            <a:ext cx="11868346" cy="998350"/>
          </a:xfrm>
          <a:prstGeom prst="rect">
            <a:avLst/>
          </a:prstGeom>
        </p:spPr>
        <p:txBody>
          <a:bodyPr vert="horz" wrap="square" lIns="0" tIns="13335" rIns="0" bIns="0" rtlCol="0">
            <a:spAutoFit/>
          </a:bodyPr>
          <a:lstStyle/>
          <a:p>
            <a:pPr marL="12700" algn="ctr">
              <a:lnSpc>
                <a:spcPct val="100000"/>
              </a:lnSpc>
              <a:spcBef>
                <a:spcPts val="105"/>
              </a:spcBef>
            </a:pPr>
            <a:r>
              <a:rPr lang="en-US" sz="3200" b="1" u="heavy" spc="-35" dirty="0">
                <a:solidFill>
                  <a:srgbClr val="001F5F"/>
                </a:solidFill>
                <a:uFill>
                  <a:solidFill>
                    <a:srgbClr val="001F5F"/>
                  </a:solidFill>
                </a:uFill>
                <a:latin typeface="Times New Roman"/>
                <a:cs typeface="Times New Roman"/>
              </a:rPr>
              <a:t>AI-BASED ENERGY MANAGEMENT SYSTEM FOR SMART GRID WITH RENEWABLE ENERGY INTEGRATION</a:t>
            </a:r>
            <a:endParaRPr lang="en-IN" sz="3200" dirty="0">
              <a:latin typeface="Times New Roman"/>
              <a:cs typeface="Times New Roman"/>
            </a:endParaRPr>
          </a:p>
        </p:txBody>
      </p:sp>
      <p:sp>
        <p:nvSpPr>
          <p:cNvPr id="4" name="object 4"/>
          <p:cNvSpPr txBox="1"/>
          <p:nvPr/>
        </p:nvSpPr>
        <p:spPr>
          <a:xfrm>
            <a:off x="7363206" y="4434585"/>
            <a:ext cx="4272915" cy="1430655"/>
          </a:xfrm>
          <a:prstGeom prst="rect">
            <a:avLst/>
          </a:prstGeom>
        </p:spPr>
        <p:txBody>
          <a:bodyPr vert="horz" wrap="square" lIns="0" tIns="12700" rIns="0" bIns="0" rtlCol="0">
            <a:spAutoFit/>
          </a:bodyPr>
          <a:lstStyle/>
          <a:p>
            <a:pPr marL="1905" algn="ctr">
              <a:lnSpc>
                <a:spcPct val="100000"/>
              </a:lnSpc>
              <a:spcBef>
                <a:spcPts val="100"/>
              </a:spcBef>
            </a:pPr>
            <a:r>
              <a:rPr sz="3600" dirty="0">
                <a:latin typeface="Times New Roman"/>
                <a:cs typeface="Times New Roman"/>
              </a:rPr>
              <a:t>GUIDED</a:t>
            </a:r>
            <a:r>
              <a:rPr sz="3600" spc="-40" dirty="0">
                <a:latin typeface="Times New Roman"/>
                <a:cs typeface="Times New Roman"/>
              </a:rPr>
              <a:t> </a:t>
            </a:r>
            <a:r>
              <a:rPr sz="3600" spc="-5" dirty="0">
                <a:latin typeface="Times New Roman"/>
                <a:cs typeface="Times New Roman"/>
              </a:rPr>
              <a:t>BY</a:t>
            </a:r>
            <a:endParaRPr sz="3600" dirty="0">
              <a:latin typeface="Times New Roman"/>
              <a:cs typeface="Times New Roman"/>
            </a:endParaRPr>
          </a:p>
          <a:p>
            <a:pPr marL="12700" marR="5080" indent="2540" algn="ctr">
              <a:lnSpc>
                <a:spcPct val="100000"/>
              </a:lnSpc>
              <a:spcBef>
                <a:spcPts val="20"/>
              </a:spcBef>
            </a:pPr>
            <a:r>
              <a:rPr sz="2800" b="1" spc="-5" dirty="0">
                <a:latin typeface="Times New Roman"/>
                <a:cs typeface="Times New Roman"/>
              </a:rPr>
              <a:t>M</a:t>
            </a:r>
            <a:r>
              <a:rPr lang="en-IN" sz="2800" b="1" spc="-5" dirty="0" err="1">
                <a:latin typeface="Times New Roman"/>
                <a:cs typeface="Times New Roman"/>
              </a:rPr>
              <a:t>rs</a:t>
            </a:r>
            <a:r>
              <a:rPr lang="en-IN" sz="2800" b="1" spc="-5" dirty="0">
                <a:latin typeface="Times New Roman"/>
                <a:cs typeface="Times New Roman"/>
              </a:rPr>
              <a:t>. JAYACHITRA</a:t>
            </a:r>
            <a:r>
              <a:rPr sz="2800" b="1" spc="-5" dirty="0">
                <a:latin typeface="Times New Roman"/>
                <a:cs typeface="Times New Roman"/>
              </a:rPr>
              <a:t>, </a:t>
            </a:r>
            <a:r>
              <a:rPr sz="2800" b="1" dirty="0">
                <a:latin typeface="Times New Roman"/>
                <a:cs typeface="Times New Roman"/>
              </a:rPr>
              <a:t> </a:t>
            </a:r>
            <a:r>
              <a:rPr sz="2800" b="1" spc="-30" dirty="0">
                <a:latin typeface="Times New Roman"/>
                <a:cs typeface="Times New Roman"/>
              </a:rPr>
              <a:t>ASSOCIATE</a:t>
            </a:r>
            <a:r>
              <a:rPr sz="2800" b="1" spc="-5" dirty="0">
                <a:latin typeface="Times New Roman"/>
                <a:cs typeface="Times New Roman"/>
              </a:rPr>
              <a:t> </a:t>
            </a:r>
            <a:r>
              <a:rPr sz="2800" b="1" spc="-10" dirty="0">
                <a:latin typeface="Times New Roman"/>
                <a:cs typeface="Times New Roman"/>
              </a:rPr>
              <a:t>PROFESSOR</a:t>
            </a:r>
            <a:endParaRPr sz="2800" dirty="0">
              <a:latin typeface="Times New Roman"/>
              <a:cs typeface="Times New Roman"/>
            </a:endParaRPr>
          </a:p>
        </p:txBody>
      </p:sp>
      <p:sp>
        <p:nvSpPr>
          <p:cNvPr id="5" name="object 5"/>
          <p:cNvSpPr txBox="1"/>
          <p:nvPr/>
        </p:nvSpPr>
        <p:spPr>
          <a:xfrm>
            <a:off x="0" y="4434585"/>
            <a:ext cx="5105400" cy="1428596"/>
          </a:xfrm>
          <a:prstGeom prst="rect">
            <a:avLst/>
          </a:prstGeom>
        </p:spPr>
        <p:txBody>
          <a:bodyPr vert="horz" wrap="square" lIns="0" tIns="12700" rIns="0" bIns="0" rtlCol="0">
            <a:spAutoFit/>
          </a:bodyPr>
          <a:lstStyle/>
          <a:p>
            <a:pPr algn="ctr">
              <a:lnSpc>
                <a:spcPct val="100000"/>
              </a:lnSpc>
              <a:spcBef>
                <a:spcPts val="100"/>
              </a:spcBef>
            </a:pPr>
            <a:r>
              <a:rPr sz="3600" dirty="0">
                <a:latin typeface="Times New Roman"/>
                <a:cs typeface="Times New Roman"/>
              </a:rPr>
              <a:t>PRESENTED</a:t>
            </a:r>
            <a:r>
              <a:rPr sz="3600" spc="-70" dirty="0">
                <a:latin typeface="Times New Roman"/>
                <a:cs typeface="Times New Roman"/>
              </a:rPr>
              <a:t> </a:t>
            </a:r>
            <a:r>
              <a:rPr sz="3600" spc="-5" dirty="0">
                <a:latin typeface="Times New Roman"/>
                <a:cs typeface="Times New Roman"/>
              </a:rPr>
              <a:t>BY</a:t>
            </a:r>
            <a:endParaRPr lang="en-IN" sz="3600" dirty="0">
              <a:latin typeface="Times New Roman"/>
              <a:cs typeface="Times New Roman"/>
            </a:endParaRPr>
          </a:p>
          <a:p>
            <a:pPr marL="593090" marR="603885" algn="ctr">
              <a:lnSpc>
                <a:spcPct val="100000"/>
              </a:lnSpc>
              <a:spcBef>
                <a:spcPts val="20"/>
              </a:spcBef>
            </a:pPr>
            <a:r>
              <a:rPr lang="en-IN" sz="2800" b="1" spc="-5" dirty="0">
                <a:latin typeface="Times New Roman"/>
                <a:cs typeface="Times New Roman"/>
              </a:rPr>
              <a:t>PRADEEP SALAMON</a:t>
            </a:r>
            <a:r>
              <a:rPr lang="en-IN" sz="2800" b="1" spc="-65" dirty="0">
                <a:latin typeface="Times New Roman"/>
                <a:cs typeface="Times New Roman"/>
              </a:rPr>
              <a:t> </a:t>
            </a:r>
            <a:r>
              <a:rPr lang="en-IN" sz="2800" b="1" spc="-10" dirty="0">
                <a:latin typeface="Times New Roman"/>
                <a:cs typeface="Times New Roman"/>
              </a:rPr>
              <a:t>J</a:t>
            </a:r>
          </a:p>
          <a:p>
            <a:pPr marL="593090" marR="603885" algn="ctr">
              <a:lnSpc>
                <a:spcPct val="100000"/>
              </a:lnSpc>
              <a:spcBef>
                <a:spcPts val="20"/>
              </a:spcBef>
            </a:pPr>
            <a:r>
              <a:rPr lang="en-IN" sz="2800" b="1" spc="-10" dirty="0">
                <a:latin typeface="Times New Roman"/>
                <a:cs typeface="Times New Roman"/>
              </a:rPr>
              <a:t>(421122106039)</a:t>
            </a:r>
            <a:endParaRPr lang="en-IN" sz="2800" dirty="0">
              <a:latin typeface="Times New Roman"/>
              <a:cs typeface="Times New Roman"/>
            </a:endParaRPr>
          </a:p>
        </p:txBody>
      </p:sp>
      <p:sp>
        <p:nvSpPr>
          <p:cNvPr id="7" name="object 7"/>
          <p:cNvSpPr txBox="1"/>
          <p:nvPr/>
        </p:nvSpPr>
        <p:spPr>
          <a:xfrm>
            <a:off x="2486914" y="1044702"/>
            <a:ext cx="7331075" cy="1412566"/>
          </a:xfrm>
          <a:prstGeom prst="rect">
            <a:avLst/>
          </a:prstGeom>
        </p:spPr>
        <p:txBody>
          <a:bodyPr vert="horz" wrap="square" lIns="0" tIns="12065" rIns="0" bIns="0" rtlCol="0">
            <a:spAutoFit/>
          </a:bodyPr>
          <a:lstStyle/>
          <a:p>
            <a:pPr marL="586740">
              <a:spcBef>
                <a:spcPts val="95"/>
              </a:spcBef>
            </a:pPr>
            <a:r>
              <a:rPr sz="4300" b="1" spc="-5" dirty="0">
                <a:latin typeface="Times New Roman"/>
                <a:cs typeface="Times New Roman"/>
              </a:rPr>
              <a:t>(An</a:t>
            </a:r>
            <a:r>
              <a:rPr sz="4300" b="1" spc="-260" dirty="0">
                <a:latin typeface="Times New Roman"/>
                <a:cs typeface="Times New Roman"/>
              </a:rPr>
              <a:t> </a:t>
            </a:r>
            <a:r>
              <a:rPr sz="4300" b="1" spc="-5" dirty="0">
                <a:latin typeface="Times New Roman"/>
                <a:cs typeface="Times New Roman"/>
              </a:rPr>
              <a:t>Autonomous Institution)</a:t>
            </a:r>
            <a:endParaRPr sz="4300" dirty="0">
              <a:latin typeface="Times New Roman"/>
              <a:cs typeface="Times New Roman"/>
            </a:endParaRPr>
          </a:p>
          <a:p>
            <a:pPr algn="ctr"/>
            <a:r>
              <a:rPr lang="en-US" sz="2400" dirty="0">
                <a:solidFill>
                  <a:schemeClr val="accent1">
                    <a:lumMod val="75000"/>
                  </a:schemeClr>
                </a:solidFill>
                <a:latin typeface="Times New Roman" panose="02020603050405020304" pitchFamily="18" charset="0"/>
                <a:cs typeface="Times New Roman" panose="02020603050405020304" pitchFamily="18" charset="0"/>
              </a:rPr>
              <a:t>DEPARTMENT OF ARTIFICIAL  INTELLIGENCE  &amp;</a:t>
            </a:r>
          </a:p>
          <a:p>
            <a:pPr algn="ctr"/>
            <a:r>
              <a:rPr lang="en-US" sz="2400" dirty="0">
                <a:solidFill>
                  <a:schemeClr val="accent1">
                    <a:lumMod val="75000"/>
                  </a:schemeClr>
                </a:solidFill>
                <a:latin typeface="Times New Roman" panose="02020603050405020304" pitchFamily="18" charset="0"/>
                <a:cs typeface="Times New Roman" panose="02020603050405020304" pitchFamily="18" charset="0"/>
              </a:rPr>
              <a:t> DATA SCIENCE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5782F-8C9A-7DD1-9B3B-C85AA75A6644}"/>
              </a:ext>
            </a:extLst>
          </p:cNvPr>
          <p:cNvSpPr>
            <a:spLocks noGrp="1"/>
          </p:cNvSpPr>
          <p:nvPr>
            <p:ph type="title"/>
          </p:nvPr>
        </p:nvSpPr>
        <p:spPr/>
        <p:txBody>
          <a:bodyPr>
            <a:normAutofit/>
          </a:bodyPr>
          <a:lstStyle/>
          <a:p>
            <a:pPr algn="ctr"/>
            <a:r>
              <a:rPr lang="en-IN" sz="5000" b="1" dirty="0">
                <a:latin typeface="Times New Roman" panose="02020603050405020304" pitchFamily="18" charset="0"/>
                <a:cs typeface="Times New Roman" panose="02020603050405020304" pitchFamily="18" charset="0"/>
              </a:rPr>
              <a:t>DOMAIN</a:t>
            </a:r>
          </a:p>
        </p:txBody>
      </p:sp>
      <p:sp>
        <p:nvSpPr>
          <p:cNvPr id="3" name="Content Placeholder 2">
            <a:extLst>
              <a:ext uri="{FF2B5EF4-FFF2-40B4-BE49-F238E27FC236}">
                <a16:creationId xmlns:a16="http://schemas.microsoft.com/office/drawing/2014/main" id="{5916E47A-1F8C-C436-34A2-0D646CDB6261}"/>
              </a:ext>
            </a:extLst>
          </p:cNvPr>
          <p:cNvSpPr>
            <a:spLocks noGrp="1"/>
          </p:cNvSpPr>
          <p:nvPr>
            <p:ph idx="1"/>
          </p:nvPr>
        </p:nvSpPr>
        <p:spPr/>
        <p:txBody>
          <a:bodyPr>
            <a:normAutofit/>
          </a:bodyPr>
          <a:lstStyle/>
          <a:p>
            <a:pPr marL="0" indent="0" algn="ctr">
              <a:buNone/>
            </a:pPr>
            <a:r>
              <a:rPr lang="en-IN" b="1" dirty="0">
                <a:latin typeface="Times New Roman" panose="02020603050405020304" pitchFamily="18" charset="0"/>
                <a:cs typeface="Times New Roman" panose="02020603050405020304" pitchFamily="18" charset="0"/>
              </a:rPr>
              <a:t>SMART ENERGY GRID</a:t>
            </a:r>
          </a:p>
          <a:p>
            <a:pPr marL="0" indent="0" algn="just">
              <a:buNone/>
            </a:pPr>
            <a:r>
              <a:rPr lang="en-US" dirty="0">
                <a:latin typeface="Times New Roman" panose="02020603050405020304" pitchFamily="18" charset="0"/>
                <a:cs typeface="Times New Roman" panose="02020603050405020304" pitchFamily="18" charset="0"/>
              </a:rPr>
              <a:t>A smart grid is a modernized electrical network that uses advanced digital and information technologies to create a more efficient, reliable, and sustainable energy system by enabling two-way communication and control between electricity generators, grid operators, and consumers. </a:t>
            </a:r>
          </a:p>
          <a:p>
            <a:pPr marL="0" indent="0" algn="just">
              <a:buNone/>
            </a:pPr>
            <a:r>
              <a:rPr lang="en-US" dirty="0">
                <a:latin typeface="Times New Roman" panose="02020603050405020304" pitchFamily="18" charset="0"/>
                <a:cs typeface="Times New Roman" panose="02020603050405020304" pitchFamily="18" charset="0"/>
              </a:rPr>
              <a:t>Create a more efficient, reliable, and sustainable power system by integrating advanced communications, controls, and new technologies into the existing electrical infrastructure.</a:t>
            </a:r>
          </a:p>
        </p:txBody>
      </p:sp>
    </p:spTree>
    <p:extLst>
      <p:ext uri="{BB962C8B-B14F-4D97-AF65-F5344CB8AC3E}">
        <p14:creationId xmlns:p14="http://schemas.microsoft.com/office/powerpoint/2010/main" val="38931954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70AB8-E67A-D0F8-F773-EE27F8B8FDD9}"/>
              </a:ext>
            </a:extLst>
          </p:cNvPr>
          <p:cNvSpPr>
            <a:spLocks noGrp="1"/>
          </p:cNvSpPr>
          <p:nvPr>
            <p:ph type="title"/>
          </p:nvPr>
        </p:nvSpPr>
        <p:spPr/>
        <p:txBody>
          <a:bodyPr>
            <a:normAutofit/>
          </a:bodyPr>
          <a:lstStyle/>
          <a:p>
            <a:pPr algn="ctr"/>
            <a:r>
              <a:rPr lang="en-IN" sz="5000" b="1" dirty="0">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C6C39B9C-E26B-FBA7-220C-FA904E15377B}"/>
              </a:ext>
            </a:extLst>
          </p:cNvPr>
          <p:cNvSpPr>
            <a:spLocks noGrp="1"/>
          </p:cNvSpPr>
          <p:nvPr>
            <p:ph idx="1"/>
          </p:nvPr>
        </p:nvSpPr>
        <p:spPr/>
        <p:txBody>
          <a:bodyPr>
            <a:normAutofit lnSpcReduction="10000"/>
          </a:bodyPr>
          <a:lstStyle/>
          <a:p>
            <a:pPr marL="0" indent="0" algn="just">
              <a:buNone/>
            </a:pPr>
            <a:r>
              <a:rPr lang="en-US" dirty="0">
                <a:latin typeface="Times New Roman" panose="02020603050405020304" pitchFamily="18" charset="0"/>
                <a:cs typeface="Times New Roman" panose="02020603050405020304" pitchFamily="18" charset="0"/>
              </a:rPr>
              <a:t>The increasing demand for reliable, sustainable, and efficient energy systems has accelerated the adoption of Smart Energy Grids. Unlike conventional power networks, smart grids leverage Artificial Intelligence (AI), advanced communication systems, and IoT-enabled sensors to optimize energy generation, distribution, and consumption. This project focuses on AI-driven optimization techniques, including machine learning for load forecasting, reinforcement learning for demand-side management, and federated learning for privacy-preserving analytics. AI enables real-time fault detection, predictive maintenance, renewable energy integration, and intelligent scheduling of distributed energy resources, thereby reducing peak demand and operational costs.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303483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0EA8F-1AA7-D95B-19EA-C40086557184}"/>
              </a:ext>
            </a:extLst>
          </p:cNvPr>
          <p:cNvSpPr>
            <a:spLocks noGrp="1"/>
          </p:cNvSpPr>
          <p:nvPr>
            <p:ph type="title"/>
          </p:nvPr>
        </p:nvSpPr>
        <p:spPr/>
        <p:txBody>
          <a:bodyPr>
            <a:normAutofit/>
          </a:bodyPr>
          <a:lstStyle/>
          <a:p>
            <a:pPr algn="ctr"/>
            <a:r>
              <a:rPr lang="en-IN" sz="5000" b="1" dirty="0">
                <a:latin typeface="Times New Roman" panose="02020603050405020304" pitchFamily="18" charset="0"/>
                <a:cs typeface="Times New Roman" panose="02020603050405020304" pitchFamily="18" charset="0"/>
              </a:rPr>
              <a:t>SMART GRID</a:t>
            </a:r>
          </a:p>
        </p:txBody>
      </p:sp>
      <p:pic>
        <p:nvPicPr>
          <p:cNvPr id="5" name="Content Placeholder 4">
            <a:extLst>
              <a:ext uri="{FF2B5EF4-FFF2-40B4-BE49-F238E27FC236}">
                <a16:creationId xmlns:a16="http://schemas.microsoft.com/office/drawing/2014/main" id="{ADC6DE48-D16F-CD20-7AE3-BEFC62F29E1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07902" y="1690688"/>
            <a:ext cx="6576195" cy="4926928"/>
          </a:xfrm>
        </p:spPr>
      </p:pic>
    </p:spTree>
    <p:extLst>
      <p:ext uri="{BB962C8B-B14F-4D97-AF65-F5344CB8AC3E}">
        <p14:creationId xmlns:p14="http://schemas.microsoft.com/office/powerpoint/2010/main" val="14098685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C46FA-7419-2EA3-625B-B34FBC1154F1}"/>
              </a:ext>
            </a:extLst>
          </p:cNvPr>
          <p:cNvSpPr>
            <a:spLocks noGrp="1"/>
          </p:cNvSpPr>
          <p:nvPr>
            <p:ph type="title"/>
          </p:nvPr>
        </p:nvSpPr>
        <p:spPr/>
        <p:txBody>
          <a:bodyPr>
            <a:normAutofit/>
          </a:bodyPr>
          <a:lstStyle/>
          <a:p>
            <a:pPr algn="ctr"/>
            <a:r>
              <a:rPr lang="en-IN" sz="5000" b="1">
                <a:latin typeface="Times New Roman" panose="02020603050405020304" pitchFamily="18" charset="0"/>
                <a:cs typeface="Times New Roman" panose="02020603050405020304" pitchFamily="18" charset="0"/>
              </a:rPr>
              <a:t>OBJECTIVE</a:t>
            </a:r>
            <a:endParaRPr lang="en-IN" sz="5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14160FA-389D-CC27-C74F-29974259DD97}"/>
              </a:ext>
            </a:extLst>
          </p:cNvPr>
          <p:cNvSpPr>
            <a:spLocks noGrp="1"/>
          </p:cNvSpPr>
          <p:nvPr>
            <p:ph idx="1"/>
          </p:nvPr>
        </p:nvSpPr>
        <p:spPr/>
        <p:txBody>
          <a:bodyPr>
            <a:normAutofit fontScale="92500"/>
          </a:bodyPr>
          <a:lstStyle/>
          <a:p>
            <a:pPr algn="just"/>
            <a:r>
              <a:rPr lang="en-IN" dirty="0">
                <a:latin typeface="Times New Roman" panose="02020603050405020304" pitchFamily="18" charset="0"/>
                <a:cs typeface="Times New Roman" panose="02020603050405020304" pitchFamily="18" charset="0"/>
              </a:rPr>
              <a:t>AI-driven framework for optimizing smart energy grid operations.</a:t>
            </a:r>
          </a:p>
          <a:p>
            <a:pPr algn="just"/>
            <a:r>
              <a:rPr lang="en-US" dirty="0">
                <a:latin typeface="Times New Roman" panose="02020603050405020304" pitchFamily="18" charset="0"/>
                <a:cs typeface="Times New Roman" panose="02020603050405020304" pitchFamily="18" charset="0"/>
              </a:rPr>
              <a:t>Apply machine learning algorithms for accurate load and renewable energy forecasting.</a:t>
            </a:r>
          </a:p>
          <a:p>
            <a:pPr algn="just"/>
            <a:r>
              <a:rPr lang="en-US" dirty="0">
                <a:latin typeface="Times New Roman" panose="02020603050405020304" pitchFamily="18" charset="0"/>
                <a:cs typeface="Times New Roman" panose="02020603050405020304" pitchFamily="18" charset="0"/>
              </a:rPr>
              <a:t>Implement reinforcement learning for demand response and real-time energy scheduling.</a:t>
            </a:r>
          </a:p>
          <a:p>
            <a:pPr algn="just"/>
            <a:r>
              <a:rPr lang="en-US" dirty="0">
                <a:latin typeface="Times New Roman" panose="02020603050405020304" pitchFamily="18" charset="0"/>
                <a:cs typeface="Times New Roman" panose="02020603050405020304" pitchFamily="18" charset="0"/>
              </a:rPr>
              <a:t>Improve efficiency, reduce peak demand, and enhance renewable integration in the grid.</a:t>
            </a:r>
          </a:p>
          <a:p>
            <a:pPr algn="just"/>
            <a:r>
              <a:rPr lang="en-US" dirty="0">
                <a:latin typeface="Times New Roman" panose="02020603050405020304" pitchFamily="18" charset="0"/>
                <a:cs typeface="Times New Roman" panose="02020603050405020304" pitchFamily="18" charset="0"/>
              </a:rPr>
              <a:t>Reduce energy theft using AI-based anomaly detection and monitoring.</a:t>
            </a:r>
          </a:p>
          <a:p>
            <a:pPr algn="just"/>
            <a:r>
              <a:rPr lang="en-US" dirty="0">
                <a:latin typeface="Times New Roman" panose="02020603050405020304" pitchFamily="18" charset="0"/>
                <a:cs typeface="Times New Roman" panose="02020603050405020304" pitchFamily="18" charset="0"/>
              </a:rPr>
              <a:t>Reduce carbon footprint and electricity bills by maximizing the optimized use of clean and renewable energy sources.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85474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3F0F51-5853-1714-8D92-7E6F5C2BDC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43C0CB-064D-D595-8247-602A3537E0AB}"/>
              </a:ext>
            </a:extLst>
          </p:cNvPr>
          <p:cNvSpPr>
            <a:spLocks noGrp="1"/>
          </p:cNvSpPr>
          <p:nvPr>
            <p:ph type="title"/>
          </p:nvPr>
        </p:nvSpPr>
        <p:spPr/>
        <p:txBody>
          <a:bodyPr>
            <a:normAutofit/>
          </a:bodyPr>
          <a:lstStyle/>
          <a:p>
            <a:pPr algn="ctr"/>
            <a:r>
              <a:rPr lang="en-IN" sz="5000" b="1"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8B5367D2-66E2-9FAB-209D-D089914C83A3}"/>
              </a:ext>
            </a:extLst>
          </p:cNvPr>
          <p:cNvSpPr>
            <a:spLocks noGrp="1"/>
          </p:cNvSpPr>
          <p:nvPr>
            <p:ph idx="1"/>
          </p:nvPr>
        </p:nvSpPr>
        <p:spPr/>
        <p:txBody>
          <a:bodyPr>
            <a:normAutofit/>
          </a:bodyPr>
          <a:lstStyle/>
          <a:p>
            <a:pPr marL="514350" indent="-514350" algn="just">
              <a:buFont typeface="+mj-lt"/>
              <a:buAutoNum type="arabicPeriod"/>
            </a:pPr>
            <a:r>
              <a:rPr lang="en-IN" dirty="0" err="1"/>
              <a:t>Sankarananth</a:t>
            </a:r>
            <a:r>
              <a:rPr lang="en-IN" dirty="0"/>
              <a:t>, S., M. Karthiga, and Durga Prasad </a:t>
            </a:r>
            <a:r>
              <a:rPr lang="en-IN" dirty="0" err="1"/>
              <a:t>Bavirisetti</a:t>
            </a:r>
            <a:r>
              <a:rPr lang="en-IN" dirty="0"/>
              <a:t>. "AI-enabled metaheuristic optimization for predictive management of renewable energy production in smart grids." </a:t>
            </a:r>
            <a:r>
              <a:rPr lang="en-IN" i="1" dirty="0"/>
              <a:t>Energy Reports</a:t>
            </a:r>
            <a:r>
              <a:rPr lang="en-IN" dirty="0"/>
              <a:t> 10 (2023): 1299-1312.</a:t>
            </a:r>
          </a:p>
          <a:p>
            <a:pPr marL="514350" indent="-514350" algn="just">
              <a:buFont typeface="+mj-lt"/>
              <a:buAutoNum type="arabicPeriod"/>
            </a:pPr>
            <a:r>
              <a:rPr lang="en-US" dirty="0"/>
              <a:t>Liu, Zhi, Ying Gao, and </a:t>
            </a:r>
            <a:r>
              <a:rPr lang="en-US" dirty="0" err="1"/>
              <a:t>Baifen</a:t>
            </a:r>
            <a:r>
              <a:rPr lang="en-US" dirty="0"/>
              <a:t> Liu. "An artificial intelligence-based electric multiple units using a smart power grid system." </a:t>
            </a:r>
            <a:r>
              <a:rPr lang="en-US" i="1" dirty="0"/>
              <a:t>Energy Reports</a:t>
            </a:r>
            <a:r>
              <a:rPr lang="en-US" dirty="0"/>
              <a:t> 8 (2022): 13376-13388.</a:t>
            </a:r>
          </a:p>
          <a:p>
            <a:pPr marL="514350" indent="-514350" algn="just">
              <a:buFont typeface="+mj-lt"/>
              <a:buAutoNum type="arabicPeriod"/>
            </a:pPr>
            <a:r>
              <a:rPr lang="en-IN" dirty="0" err="1"/>
              <a:t>Omitaomu</a:t>
            </a:r>
            <a:r>
              <a:rPr lang="en-IN" dirty="0"/>
              <a:t>, Olufemi A., and Haoran Niu. "Artificial intelligence techniques in smart grid: A survey." </a:t>
            </a:r>
            <a:r>
              <a:rPr lang="en-IN" i="1" dirty="0"/>
              <a:t>Smart Cities</a:t>
            </a:r>
            <a:r>
              <a:rPr lang="en-IN" dirty="0"/>
              <a:t> 4.2 (2021): 548-568.</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266846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198</TotalTime>
  <Words>404</Words>
  <Application>Microsoft Office PowerPoint</Application>
  <PresentationFormat>Widescreen</PresentationFormat>
  <Paragraphs>28</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Times New Roman</vt:lpstr>
      <vt:lpstr>Office Theme</vt:lpstr>
      <vt:lpstr>IFET COLLEGE OF ENGINEERING</vt:lpstr>
      <vt:lpstr>DOMAIN</vt:lpstr>
      <vt:lpstr>ABSTRACT</vt:lpstr>
      <vt:lpstr>SMART GRID</vt:lpstr>
      <vt:lpstr>OBJECTIVE</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Pradeep Salamon</dc:creator>
  <cp:lastModifiedBy>Pradeep Salamon</cp:lastModifiedBy>
  <cp:revision>16</cp:revision>
  <dcterms:created xsi:type="dcterms:W3CDTF">2025-09-01T19:37:32Z</dcterms:created>
  <dcterms:modified xsi:type="dcterms:W3CDTF">2025-09-03T05:29:59Z</dcterms:modified>
</cp:coreProperties>
</file>